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30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2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9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7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4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3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40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1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6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0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3EF6D-0200-4243-898D-54C855FD2B3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7A28C-34CC-4C5C-9C92-92984F3B1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2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 smtClean="0"/>
              <a:t>Tutorial Agenda Guru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 smtClean="0"/>
              <a:t>SMK Bintang Nusantara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01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1800" dirty="0" smtClean="0"/>
              <a:t>Tampilan Awal</a:t>
            </a:r>
            <a:br>
              <a:rPr lang="id-ID" sz="1800" dirty="0" smtClean="0"/>
            </a:br>
            <a:r>
              <a:rPr lang="id-ID" sz="1800" dirty="0" smtClean="0"/>
              <a:t>Silakan Masukan Username dan Password yang sudah diberikan!!!</a:t>
            </a:r>
            <a:endParaRPr lang="en-US" sz="1800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38097"/>
            <a:ext cx="8229600" cy="4050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685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Halaman Guru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2119"/>
            <a:ext cx="8229600" cy="408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743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Halaman Ganti Password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22483"/>
            <a:ext cx="8229600" cy="388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1331640" y="3717032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48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98165"/>
            <a:ext cx="8229600" cy="413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3635896" y="3392996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1403648" y="4365104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mtClean="0"/>
              <a:t>Menambah Mata Pelajaran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35115" y="4072581"/>
            <a:ext cx="1226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 smtClean="0"/>
              <a:t>1</a:t>
            </a:r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054252" y="3081981"/>
            <a:ext cx="1226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37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Isi Agenda Mengajar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96031"/>
            <a:ext cx="8229600" cy="4134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1548245" y="4639685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1979712" y="4347162"/>
            <a:ext cx="1226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 smtClean="0"/>
              <a:t>1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7236296" y="3839947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7667763" y="3547424"/>
            <a:ext cx="1226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4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Isi Agenda Mengajar (1)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46848"/>
            <a:ext cx="8229600" cy="3832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2987824" y="3356992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3419291" y="3064469"/>
            <a:ext cx="1226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 smtClean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406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Form isi agenda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74876"/>
            <a:ext cx="8229600" cy="4176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419290" y="3064469"/>
            <a:ext cx="396102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 smtClean="0">
                <a:solidFill>
                  <a:srgbClr val="FF0000"/>
                </a:solidFill>
              </a:rPr>
              <a:t>Silakan di isi Form ini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141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Cetak agenda guru</a:t>
            </a:r>
            <a:endParaRPr lang="en-US" dirty="0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19301"/>
            <a:ext cx="8229600" cy="388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6876256" y="3311933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6732240" y="4077072"/>
            <a:ext cx="17865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 smtClean="0">
                <a:solidFill>
                  <a:srgbClr val="FF0000"/>
                </a:solidFill>
              </a:rPr>
              <a:t>Cetak agenda guru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1115616" y="5260786"/>
            <a:ext cx="864096" cy="6480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53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</Words>
  <Application>Microsoft Office PowerPoint</Application>
  <PresentationFormat>On-screen Show 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Tutorial Agenda Guru</vt:lpstr>
      <vt:lpstr>Tampilan Awal Silakan Masukan Username dan Password yang sudah diberikan!!!</vt:lpstr>
      <vt:lpstr>Halaman Guru</vt:lpstr>
      <vt:lpstr>Halaman Ganti Password</vt:lpstr>
      <vt:lpstr>PowerPoint Presentation</vt:lpstr>
      <vt:lpstr>Isi Agenda Mengajar</vt:lpstr>
      <vt:lpstr>Isi Agenda Mengajar (1)</vt:lpstr>
      <vt:lpstr>Form isi agenda</vt:lpstr>
      <vt:lpstr>Cetak agenda guru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4</cp:revision>
  <dcterms:created xsi:type="dcterms:W3CDTF">2025-10-15T02:20:57Z</dcterms:created>
  <dcterms:modified xsi:type="dcterms:W3CDTF">2025-10-15T02:42:56Z</dcterms:modified>
</cp:coreProperties>
</file>